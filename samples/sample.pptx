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Lorem Ipsum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Lorem Ipsum Dolor</a:t>
            </a:r>
          </a:p>
        </p:txBody>
      </p:sp>
      <p:sp>
        <p:nvSpPr>
          <p:cNvPr id="4" name="Text Placeholder 3"/>
          <p:cNvSpPr>
            <a:spLocks noGrp="1"/>
          </p:cNvSpPr>
          <p:nvPr>
            <p:ph idx="2" sz="half" type="body"/>
          </p:nvPr>
        </p:nvSpPr>
        <p:spPr/>
        <p:txBody>
          <a:bodyPr/>
          <a:lstStyle/>
          <a:p>
            <a:pPr lvl="0" indent="0" marL="0">
              <a:buNone/>
            </a:pPr>
            <a:r>
              <a:rPr/>
              <a:t>Est do exercitation esse sit amet sunt duis adipiscing quis in sit anim. Ut dolor consectetur laboris ullamco amet et consectetur aute laboris sit sunt irure elit est labore. Irure in exercitation sit labore dolor aute qui. Aliqua ullamco do duis elit irure enim aute sunt fugiat. Adipiscing in irure velit incididunt quis adipiscing aute pariatur amet.</a:t>
            </a:r>
          </a:p>
          <a:p>
            <a:pPr lvl="0" indent="0" marL="0">
              <a:spcBef>
                <a:spcPts val="3000"/>
              </a:spcBef>
              <a:buNone/>
            </a:pPr>
            <a:r>
              <a:rPr b="1"/>
              <a:t>Irure Sit Voluptate</a:t>
            </a:r>
          </a:p>
          <a:p>
            <a:pPr lvl="0" indent="0" marL="0">
              <a:buNone/>
            </a:pPr>
            <a:r>
              <a:rPr/>
              <a:t>Ea fugiat duis laboris cupidatat ad aliquip in id aliquip quis. Et non tempor nulla cupidatat et consectetur irure enim consequat ea deserunt. Excepteur nisi aliqua reprehenderit amet elit commodo ullamco eiusmod occaecat minim do id. Ullamco dolor laborum cillum amet occaecat aute irure non deserunt sunt ad minim nulla veniam. In proident aliquip amet culpa consectetur est magna ex nulla cillum amet sit excepteur nulla.</a:t>
            </a:r>
          </a:p>
          <a:p>
            <a:pPr lvl="0" indent="0" marL="0">
              <a:spcBef>
                <a:spcPts val="3000"/>
              </a:spcBef>
              <a:buNone/>
            </a:pPr>
            <a:r>
              <a:rPr b="1"/>
              <a:t>Enim Esse Irure</a:t>
            </a:r>
          </a:p>
          <a:p>
            <a:pPr lvl="0" indent="0" marL="0">
              <a:buNone/>
            </a:pPr>
            <a:r>
              <a:rPr/>
              <a:t>Aliqua pariatur nostrud deserunt cillum veniam ipsum est aliquip veniam eiusmod voluptate elit ea sit. Cupidatat aliqua sed sint et exercitation exercitation anim officia ea consectetur. Nisi exercitation aute magna deserunt sed sunt laboris officia aute. Pariatur ullamco veniam fugiat deserunt nostrud laborum labore do consectetur tempor do. Cillum labore lorem ea culpa in tempor dolore aliqua lorem do. Duis quis voluptate irure ad est sed nulla qui commodo est voluptate esse fugiat.</a:t>
            </a:r>
          </a:p>
          <a:p>
            <a:pPr lvl="0"/>
            <a:r>
              <a:rPr/>
              <a:t>Aliquip mollit officia cupidatat est officia fugiat proident.</a:t>
            </a:r>
          </a:p>
          <a:p>
            <a:pPr lvl="0"/>
            <a:r>
              <a:rPr/>
              <a:t>Exercitation exercitation exercitation exercitation adipiscing ex velit exercitation sit incididunt amet ut nisi eiusmod elit minim.</a:t>
            </a:r>
          </a:p>
          <a:p>
            <a:pPr lvl="0"/>
            <a:r>
              <a:rPr/>
              <a:t>Adipiscing lorem irure do duis adipiscing est quis.</a:t>
            </a:r>
          </a:p>
          <a:p>
            <a:pPr lvl="0" indent="0" marL="0">
              <a:buNone/>
            </a:pPr>
            <a:r>
              <a:rPr/>
              <a:t>Amet officia ut voluptate nostrud do velit dolore. Reprehenderit quis ex elit elit qui ea aliquip ex ex enim consectetur do. Sint minim sint dolore ex culpa nulla eiusmod consequat. Ut est est consequat quis do nulla duis.</a:t>
            </a:r>
          </a:p>
          <a:p>
            <a:pPr lvl="0" indent="0" marL="0">
              <a:spcBef>
                <a:spcPts val="3000"/>
              </a:spcBef>
              <a:buNone/>
            </a:pPr>
            <a:r>
              <a:rPr b="1"/>
              <a:t>Anim Ipsum Occaecat</a:t>
            </a:r>
          </a:p>
          <a:p>
            <a:pPr lvl="0" indent="0" marL="0">
              <a:buNone/>
            </a:pPr>
            <a:r>
              <a:rPr/>
              <a:t>Enim esse officia consectetur nulla qui dolore consequat quis anim eiusmod veniam cupidatat labore duis duis. Minim velit labore voluptate proident non occaecat qui incididunt proident et sunt exercitation sint proident labore. Consequat ea veniam excepteur ipsum ipsum non magna ex dolore incididunt. Nisi proident id excepteur veniam laborum quis consectetur labore adipiscing labore ex incididunt. Ut ex voluptate mollit voluptate culpa lorem ex anim esse veniam proident esse.</a:t>
            </a:r>
          </a:p>
          <a:p>
            <a:pPr lvl="0" indent="0" marL="0">
              <a:spcBef>
                <a:spcPts val="3000"/>
              </a:spcBef>
              <a:buNone/>
            </a:pPr>
            <a:r>
              <a:rPr b="1"/>
              <a:t>Consectetur Culpa Cillum</a:t>
            </a:r>
          </a:p>
          <a:p>
            <a:pPr lvl="0" indent="0" marL="0">
              <a:buNone/>
            </a:pPr>
            <a:r>
              <a:rPr/>
              <a:t>Anim nostrud non pariatur occaecat incididunt ex deserunt tempor. Non velit minim consectetur proident est excepteur exercitation aliquip exercitation sint est consectetur excepteur. Eiusmod sed ipsum do in mollit aliquip proident esse do. Cillum id veniam do aute aute sed ipsum lorem proident excepteur esse adipiscing consequat sint. Laboris officia incididunt sunt officia ut ipsum dolore ut aliqua. Et occaecat in ad dolore duis ullamco culpa sed sit anim sint veniam mollit aliquip cillum.</a:t>
            </a:r>
          </a:p>
          <a:p>
            <a:pPr lvl="0"/>
            <a:r>
              <a:rPr/>
              <a:t>Ullamco sunt anim deserunt commodo sed duis do consequat commodo ipsum officia nisi cupidatat tempor reprehenderit.</a:t>
            </a:r>
          </a:p>
          <a:p>
            <a:pPr lvl="0"/>
            <a:r>
              <a:rPr/>
              <a:t>Cupidatat proident do tempor do ex voluptate excepteur.</a:t>
            </a:r>
          </a:p>
          <a:p>
            <a:pPr lvl="0"/>
            <a:r>
              <a:rPr/>
              <a:t>Aute sit ad fugiat consequat consequat aute ex non.</a:t>
            </a:r>
          </a:p>
          <a:p>
            <a:pPr lvl="0" indent="0" marL="0">
              <a:buNone/>
            </a:pPr>
            <a:r>
              <a:rPr/>
              <a:t>Deserunt aute sit et incididunt magna dolor cupidatat adipiscing. Nisi aute ipsum occaecat mollit anim amet nisi ad voluptate commodo reprehenderit commodo incididunt nulla magna. Commodo duis proident ex commodo est et nulla consequat deserunt deserunt est id dolore id. Mollit est incididunt culpa nisi sed ullamco elit exercitation nisi ad amet cillum et laboris amet.</a:t>
            </a:r>
          </a:p>
          <a:p>
            <a:pPr lvl="0" indent="0" marL="0">
              <a:spcBef>
                <a:spcPts val="3000"/>
              </a:spcBef>
              <a:buNone/>
            </a:pPr>
            <a:r>
              <a:rPr b="1"/>
              <a:t>Ut Cillum Enim</a:t>
            </a:r>
          </a:p>
          <a:p>
            <a:pPr lvl="0" indent="0" marL="0">
              <a:buNone/>
            </a:pPr>
            <a:r>
              <a:rPr/>
              <a:t>Mollit cupidatat do est pariatur esse cillum quis do. Deserunt sed laborum aliquip labore sint est adipiscing exercitation deserunt ea eiusmod. Eiusmod pariatur laboris commodo exercitation minim ullamco incididunt veniam ad consectetur. Ipsum minim aute aliquip nisi pariatur ipsum nostrud minim consequat voluptate aliqua commodo. Elit anim non labore deserunt adipiscing consectetur dolore magna.</a:t>
            </a:r>
          </a:p>
          <a:p>
            <a:pPr lvl="0" indent="0" marL="0">
              <a:spcBef>
                <a:spcPts val="3000"/>
              </a:spcBef>
              <a:buNone/>
            </a:pPr>
            <a:r>
              <a:rPr b="1"/>
              <a:t>Dolor Mollit Cupidatat</a:t>
            </a:r>
          </a:p>
          <a:p>
            <a:pPr lvl="0" indent="0" marL="0">
              <a:buNone/>
            </a:pPr>
            <a:r>
              <a:rPr/>
              <a:t>Magna occaecat sed sunt laboris qui anim fugiat sunt est. Exercitation do duis anim commodo irure ea nulla ad consectetur magna sit. Laboris mollit amet magna est ipsum velit consectetur proident dolore. Reprehenderit qui labore amet dolore officia elit aliquip lorem. Aute ullamco id anim magna voluptate sed dolor consequat pariatur et est elit. Dolore sit tempor incididunt id enim velit enim consequat occaecat.</a:t>
            </a:r>
          </a:p>
          <a:p>
            <a:pPr lvl="0"/>
            <a:r>
              <a:rPr/>
              <a:t>Aliqua nisi commodo fugiat tempor magna veniam proident ipsum dolore dolor.</a:t>
            </a:r>
          </a:p>
          <a:p>
            <a:pPr lvl="0"/>
            <a:r>
              <a:rPr/>
              <a:t>Ipsum excepteur commodo aute incididunt commodo ex et.</a:t>
            </a:r>
          </a:p>
          <a:p>
            <a:pPr lvl="0"/>
            <a:r>
              <a:rPr/>
              <a:t>Adipiscing cillum sunt esse laboris cillum ea duis culpa deserunt exercitation commodo enim nulla ut.</a:t>
            </a:r>
          </a:p>
          <a:p>
            <a:pPr lvl="0" indent="0" marL="0">
              <a:buNone/>
            </a:pPr>
            <a:r>
              <a:rPr/>
              <a:t>Minim incididunt culpa deserunt pariatur excepteur velit sed exercitation veniam sit. Lorem amet velit sint deserunt dolore laboris eiusmod sit consectetur. Officia commodo cillum aliqua reprehenderit et nulla aliqua dolor aliquip tempor eiusmod magna nisi. Dolore quis laborum minim aute ad et dolor.</a:t>
            </a:r>
          </a:p>
          <a:p>
            <a:pPr lvl="0" indent="0" marL="0">
              <a:spcBef>
                <a:spcPts val="3000"/>
              </a:spcBef>
              <a:buNone/>
            </a:pPr>
            <a:r>
              <a:rPr b="1"/>
              <a:t>Laborum Deserunt Enim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Lorem</a:t>
                      </a:r>
                    </a:p>
                  </a:txBody>
                  <a:tcPr/>
                </a:tc>
                <a:tc>
                  <a:txBody>
                    <a:bodyPr/>
                    <a:lstStyle/>
                    <a:p>
                      <a:pPr lvl="0" indent="0" marL="0">
                        <a:buNone/>
                      </a:pPr>
                      <a:r>
                        <a:rPr/>
                        <a:t>Ipsum</a:t>
                      </a:r>
                    </a:p>
                  </a:txBody>
                  <a:tcPr/>
                </a:tc>
                <a:tc>
                  <a:txBody>
                    <a:bodyPr/>
                    <a:lstStyle/>
                    <a:p>
                      <a:pPr lvl="0" indent="0" marL="0">
                        <a:buNone/>
                      </a:pPr>
                      <a:r>
                        <a:rPr/>
                        <a:t>Dolor</a:t>
                      </a:r>
                    </a:p>
                  </a:txBody>
                  <a:tcPr/>
                </a:tc>
              </a:tr>
              <a:tr h="0">
                <a:tc>
                  <a:txBody>
                    <a:bodyPr/>
                    <a:lstStyle/>
                    <a:p>
                      <a:pPr lvl="0" indent="0" marL="0">
                        <a:buNone/>
                      </a:pPr>
                      <a:r>
                        <a:rPr/>
                        <a:t>Ut Veniam Tempor</a:t>
                      </a:r>
                    </a:p>
                  </a:txBody>
                </a:tc>
                <a:tc>
                  <a:txBody>
                    <a:bodyPr/>
                    <a:lstStyle/>
                    <a:p>
                      <a:pPr lvl="0" indent="0" marL="0">
                        <a:buNone/>
                      </a:pPr>
                      <a:r>
                        <a:rPr/>
                        <a:t>Lorem Minim Nostrud</a:t>
                      </a:r>
                    </a:p>
                  </a:txBody>
                </a:tc>
                <a:tc>
                  <a:txBody>
                    <a:bodyPr/>
                    <a:lstStyle/>
                    <a:p>
                      <a:pPr lvl="0" indent="0" marL="0">
                        <a:buNone/>
                      </a:pPr>
                      <a:r>
                        <a:rPr/>
                        <a:t>Consectetur Ex Magna</a:t>
                      </a:r>
                    </a:p>
                  </a:txBody>
                </a:tc>
              </a:tr>
              <a:tr h="0">
                <a:tc>
                  <a:txBody>
                    <a:bodyPr/>
                    <a:lstStyle/>
                    <a:p>
                      <a:pPr lvl="0" indent="0" marL="0">
                        <a:buNone/>
                      </a:pPr>
                      <a:r>
                        <a:rPr/>
                        <a:t>Commodo Esse Incididunt</a:t>
                      </a:r>
                    </a:p>
                  </a:txBody>
                </a:tc>
                <a:tc>
                  <a:txBody>
                    <a:bodyPr/>
                    <a:lstStyle/>
                    <a:p>
                      <a:pPr lvl="0" indent="0" marL="0">
                        <a:buNone/>
                      </a:pPr>
                      <a:r>
                        <a:rPr/>
                        <a:t>Et Commodo Cupidatat</a:t>
                      </a:r>
                    </a:p>
                  </a:txBody>
                </a:tc>
                <a:tc>
                  <a:txBody>
                    <a:bodyPr/>
                    <a:lstStyle/>
                    <a:p>
                      <a:pPr lvl="0" indent="0" marL="0">
                        <a:buNone/>
                      </a:pPr>
                      <a:r>
                        <a:rPr/>
                        <a:t>Lorem Consectetur Dolore</a:t>
                      </a:r>
                    </a:p>
                  </a:txBody>
                </a:tc>
              </a:tr>
              <a:tr h="0">
                <a:tc>
                  <a:txBody>
                    <a:bodyPr/>
                    <a:lstStyle/>
                    <a:p>
                      <a:pPr lvl="0" indent="0" marL="0">
                        <a:buNone/>
                      </a:pPr>
                      <a:r>
                        <a:rPr/>
                        <a:t>Sunt Consectetur Do</a:t>
                      </a:r>
                    </a:p>
                  </a:txBody>
                </a:tc>
                <a:tc>
                  <a:txBody>
                    <a:bodyPr/>
                    <a:lstStyle/>
                    <a:p>
                      <a:pPr lvl="0" indent="0" marL="0">
                        <a:buNone/>
                      </a:pPr>
                      <a:r>
                        <a:rPr/>
                        <a:t>Exercitation In Dolor</a:t>
                      </a:r>
                    </a:p>
                  </a:txBody>
                </a:tc>
                <a:tc>
                  <a:txBody>
                    <a:bodyPr/>
                    <a:lstStyle/>
                    <a:p>
                      <a:pPr lvl="0" indent="0" marL="0">
                        <a:buNone/>
                      </a:pPr>
                      <a:r>
                        <a:rPr/>
                        <a:t>Exercitation Ipsum Enim</a:t>
                      </a:r>
                    </a:p>
                  </a:txBody>
                </a:tc>
              </a:tr>
              <a:tr h="0">
                <a:tc>
                  <a:txBody>
                    <a:bodyPr/>
                    <a:lstStyle/>
                    <a:p>
                      <a:pPr lvl="0" indent="0" marL="0">
                        <a:buNone/>
                      </a:pPr>
                      <a:r>
                        <a:rPr/>
                        <a:t>Enim Velit Labore</a:t>
                      </a:r>
                    </a:p>
                  </a:txBody>
                </a:tc>
                <a:tc>
                  <a:txBody>
                    <a:bodyPr/>
                    <a:lstStyle/>
                    <a:p>
                      <a:pPr lvl="0" indent="0" marL="0">
                        <a:buNone/>
                      </a:pPr>
                      <a:r>
                        <a:rPr/>
                        <a:t>Consectetur In Laborum</a:t>
                      </a:r>
                    </a:p>
                  </a:txBody>
                </a:tc>
                <a:tc>
                  <a:txBody>
                    <a:bodyPr/>
                    <a:lstStyle/>
                    <a:p>
                      <a:pPr lvl="0" indent="0" marL="0">
                        <a:buNone/>
                      </a:pPr>
                      <a:r>
                        <a:rPr/>
                        <a:t>Consequat Qui Occaecat</a:t>
                      </a:r>
                    </a:p>
                  </a:txBody>
                </a:tc>
              </a:tr>
              <a:tr h="0">
                <a:tc>
                  <a:txBody>
                    <a:bodyPr/>
                    <a:lstStyle/>
                    <a:p>
                      <a:pPr lvl="0" indent="0" marL="0">
                        <a:buNone/>
                      </a:pPr>
                      <a:r>
                        <a:rPr/>
                        <a:t>Do Cillum Mollit</a:t>
                      </a:r>
                    </a:p>
                  </a:txBody>
                </a:tc>
                <a:tc>
                  <a:txBody>
                    <a:bodyPr/>
                    <a:lstStyle/>
                    <a:p>
                      <a:pPr lvl="0" indent="0" marL="0">
                        <a:buNone/>
                      </a:pPr>
                      <a:r>
                        <a:rPr/>
                        <a:t>Pariatur Non Deserunt</a:t>
                      </a:r>
                    </a:p>
                  </a:txBody>
                </a:tc>
                <a:tc>
                  <a:txBody>
                    <a:bodyPr/>
                    <a:lstStyle/>
                    <a:p>
                      <a:pPr lvl="0" indent="0" marL="0">
                        <a:buNone/>
                      </a:pPr>
                      <a:r>
                        <a:rPr/>
                        <a:t>Reprehenderit Nostrud Occaecat</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Excepteur ea do aliqua excepteur voluptate esse do dolor sunt culpa pariatur mollit. Velit laboris excepteur nulla proident commodo sed anim consequat occaecat commodo irure culpa sunt proident ipsum. Consectetur ipsum dolor sed velit quis laborum adipiscing nostrud culpa nisi. Sit velit ipsum velit duis fugiat et ea dolore lorem aliquip proident amet sint id commodo. Consectetur cillum consequat amet sint sint ex dolore proident amet qui dolore et excepteur occaecat ut.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2026-10-13T06:46:35Z</dcterms:created>
  <dcterms:modified xsi:type="dcterms:W3CDTF">2026-10-13T06:46:35Z</dcterms:modified>
</cp:coreProperties>
</file>

<file path=docProps/custom.xml><?xml version="1.0" encoding="utf-8"?>
<Properties xmlns="http://schemas.openxmlformats.org/officeDocument/2006/custom-properties" xmlns:vt="http://schemas.openxmlformats.org/officeDocument/2006/docPropsVTypes"/>
</file>